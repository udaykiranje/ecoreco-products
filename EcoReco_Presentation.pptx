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EcoReco: Machine Learning Product Recommendation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Uday Kiran Jella | ID: 23089394</a:t>
            </a:r>
          </a:p>
          <a:p>
            <a:r>
              <a:t>Supervisor: Sydney Ezika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Pre-processing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Parsed 'price' by removing '$' and converting to float.</a:t>
            </a:r>
          </a:p>
          <a:p>
            <a:r>
              <a:t>• Handled missing 'material' and 'description' values with empty strings.</a:t>
            </a:r>
          </a:p>
          <a:p>
            <a:r>
              <a:t>• Combined Title, Material, and Description for semantic analysis.</a:t>
            </a:r>
          </a:p>
          <a:p>
            <a:r>
              <a:t>• Scaled numeric features (Rating, Reviews, Price) using MinMaxScaler.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Model: TF-IDF &amp; Hybrid Ranking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TF-IDF Vectorization: Captured unigrams and bigrams for text weights.</a:t>
            </a:r>
          </a:p>
          <a:p>
            <a:r>
              <a:t>• Similarity: Cosine Similarity matrix used for item-to-item distance.</a:t>
            </a:r>
          </a:p>
          <a:p>
            <a:r>
              <a:t>• Formula: α(Sim) + β(Green) + γ(Rating) - δ(Price).</a:t>
            </a:r>
          </a:p>
          <a:p>
            <a:r>
              <a:t>• Green Score: Custom keyword matching (e.g., bamboo, organic, recycled).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Precision@5: 0.123 | Recall@5: 0.326</a:t>
            </a:r>
          </a:p>
          <a:p>
            <a:r>
              <a:t>• F1-score: 0.178 | MAP@5: 0.333</a:t>
            </a:r>
          </a:p>
          <a:p>
            <a:r>
              <a:t>• Mean Precision for test queries (jute, burlap, cotton): 0.20.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Achieved: Interpretable system balancing personalization and ethics.</a:t>
            </a:r>
          </a:p>
          <a:p>
            <a:r>
              <a:t>• Next Step: Integrate real-time user interaction data (CF).</a:t>
            </a:r>
          </a:p>
          <a:p>
            <a:r>
              <a:t>• Future: Use CNNs for visual similarity and carbon footprint tracking.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